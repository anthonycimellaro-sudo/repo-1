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>
                    <a:solidFill>
                      <a:srgbClr val="BF1F1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